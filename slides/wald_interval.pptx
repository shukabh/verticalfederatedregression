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R computes the Wald interval for the ridge target. Step 1: R knows the noise distribution exactly, so it simulates fresh noise around its own stage-2 release: symmetric noise on the B and C entries (none on its exact block A) and noise on c-hat, solves the ridge each time, and takes the sample covariance of the draws. Draws where the simulated noise is too large relative to the ridged matrix are discarded; without this truncation the bootstrap moments do not exist. Step 2: to first order the estimate's error is P (f - E theta), so the bootstrap estimates sigma_2^2 P (I + K(theta)) P, where I comes from the noise on c and K(theta) from the noise on G times the coefficients. R may use this closed form directly. Step 3: the interval is the estimate plus or minus z times the square root of the diagonal of V_mech, with z = 2.005 because 0.005 of the error budget goes to the two auxiliary bounds. It targets theta_lambda, a fixed function of the data, so only the mechanism noise matters. The interval for beta adds the sampling variance and is widened for the ridge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Wald interval is computed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600" i="1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</a:t>
            </a:r>
            <a:r>
              <a:rPr lang="en-US" sz="1600" i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covariance due to the DP noise, by parametric bootstrap at R: free post-processing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023360" cy="4114800"/>
          </a:xfrm>
          <a:prstGeom prst="roundRect">
            <a:avLst>
              <a:gd name="adj" fmla="val 181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10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the noise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 = 1, …, B, around R's own release:</a:t>
            </a:r>
            <a:endParaRPr lang="en-US" sz="1300" dirty="0"/>
          </a:p>
        </p:txBody>
      </p:sp>
      <p:pic>
        <p:nvPicPr>
          <p:cNvPr id="9" name="Image 0" descr="/home/user/VerticalFederatedRegression/slides/assets/eq/w_bo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43200"/>
            <a:ext cx="3397543" cy="809304"/>
          </a:xfrm>
          <a:prstGeom prst="rect">
            <a:avLst/>
          </a:prstGeom>
        </p:spPr>
      </p:pic>
      <p:pic>
        <p:nvPicPr>
          <p:cNvPr id="10" name="Image 1" descr="/home/user/VerticalFederatedRegression/slides/assets/eq/w_vm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57600"/>
            <a:ext cx="3007914" cy="590065"/>
          </a:xfrm>
          <a:prstGeom prst="rect">
            <a:avLst/>
          </a:prstGeom>
        </p:spPr>
      </p:pic>
      <p:pic>
        <p:nvPicPr>
          <p:cNvPr id="11" name="Image 2" descr="/home/user/VerticalFederatedRegression/slides/assets/eq/w_tru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89120"/>
            <a:ext cx="2623340" cy="27535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7240" y="4800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truncation the bootstrap mean and covariance do not exist. Use antithetic pairs (E*</a:t>
            </a:r>
            <a:r>
              <a:rPr lang="en-US" sz="120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f*</a:t>
            </a:r>
            <a:r>
              <a:rPr lang="en-US" sz="120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(−E*</a:t>
            </a:r>
            <a:r>
              <a:rPr lang="en-US" sz="120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−f*</a:t>
            </a:r>
            <a:r>
              <a:rPr lang="en-US" sz="120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754880" y="1600200"/>
            <a:ext cx="4023360" cy="4114800"/>
          </a:xfrm>
          <a:prstGeom prst="roundRect">
            <a:avLst>
              <a:gd name="adj" fmla="val 181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983480" y="1783080"/>
            <a:ext cx="502920" cy="50292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9834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623560" y="1810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estimates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order in the noise:</a:t>
            </a:r>
            <a:endParaRPr lang="en-US" sz="1300" dirty="0"/>
          </a:p>
        </p:txBody>
      </p:sp>
      <p:pic>
        <p:nvPicPr>
          <p:cNvPr id="18" name="Image 3" descr="/home/user/VerticalFederatedRegression/slides/assets/eq/w_f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743200"/>
            <a:ext cx="3263090" cy="253667"/>
          </a:xfrm>
          <a:prstGeom prst="rect">
            <a:avLst/>
          </a:prstGeom>
        </p:spPr>
      </p:pic>
      <p:pic>
        <p:nvPicPr>
          <p:cNvPr id="19" name="Image 4" descr="/home/user/VerticalFederatedRegression/slides/assets/eq/w_v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200400"/>
            <a:ext cx="2549124" cy="299964"/>
          </a:xfrm>
          <a:prstGeom prst="rect">
            <a:avLst/>
          </a:prstGeom>
        </p:spPr>
      </p:pic>
      <p:pic>
        <p:nvPicPr>
          <p:cNvPr id="20" name="Image 5" descr="/home/user/VerticalFederatedRegression/slides/assets/eq/w_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703320"/>
            <a:ext cx="3570240" cy="314119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983480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</a:t>
            </a:r>
            <a:r>
              <a:rPr lang="en-US" sz="120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 if i and j are both in R's block A (never noised), else 1.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noise f on ĉ</a:t>
            </a:r>
            <a:r>
              <a:rPr lang="en-US" sz="120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K(θ): noise E on Ĝ</a:t>
            </a:r>
            <a:r>
              <a:rPr lang="en-US" sz="120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times θ.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can use this closed form instead of the bootstrap: same first-order guarantee, no Monte Carlo error.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8961120" y="160020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6E3D6"/>
          </a:solidFill>
          <a:ln w="12700">
            <a:solidFill>
              <a:srgbClr val="F6E3D6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9189720" y="1783080"/>
            <a:ext cx="502920" cy="502920"/>
          </a:xfrm>
          <a:prstGeom prst="ellipse">
            <a:avLst/>
          </a:prstGeom>
          <a:solidFill>
            <a:srgbClr val="C45A0C"/>
          </a:solidFill>
          <a:ln w="12700">
            <a:solidFill>
              <a:srgbClr val="C45A0C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91897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9829800" y="1810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interval</a:t>
            </a:r>
            <a:endParaRPr lang="en-US" sz="1700" dirty="0"/>
          </a:p>
        </p:txBody>
      </p:sp>
      <p:pic>
        <p:nvPicPr>
          <p:cNvPr id="26" name="Image 6" descr="/home/user/VerticalFederatedRegression/slides/assets/eq/w_c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720" y="2514600"/>
            <a:ext cx="2240280" cy="39160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189720" y="3200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r>
              <a:rPr lang="en-US" sz="125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α − α</a:t>
            </a:r>
            <a:r>
              <a:rPr lang="en-US" sz="125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α</a:t>
            </a:r>
            <a:r>
              <a:rPr lang="en-US" sz="125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0.045, so z = 2.005 (nominal 95.5%)</a:t>
            </a:r>
            <a:endParaRPr lang="en-US" sz="1250" dirty="0"/>
          </a:p>
        </p:txBody>
      </p:sp>
      <p:sp>
        <p:nvSpPr>
          <p:cNvPr id="28" name="Text 19"/>
          <p:cNvSpPr txBox="1"/>
          <p:nvPr/>
        </p:nvSpPr>
        <p:spPr>
          <a:xfrm>
            <a:off x="918972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45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pic>
        <p:nvPicPr>
          <p:cNvPr id="29" name="Image 7" descr="/home/user/VerticalFederatedRegression/slides/assets/eq/w_targ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0" y="4297680"/>
            <a:ext cx="1584255" cy="249384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9189720" y="4754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function of the data, so only the noise enters: no sampling variance.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548640" y="58978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777240" y="59436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order: relative error O(1/ϑ</a:t>
            </a:r>
            <a:r>
              <a:rPr lang="en-US" sz="12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O(B</a:t>
            </a:r>
            <a:r>
              <a:rPr lang="en-US" sz="1200" baseline="3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−1/2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In simulation V</a:t>
            </a:r>
            <a:r>
              <a:rPr lang="en-US" sz="12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within 2% of the true noise s.d., and the intervals cover 0.944–0.962 (target 0.955). The interval for β adds sampling variance, V = V</a:t>
            </a:r>
            <a:r>
              <a:rPr lang="en-US" sz="12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s̃</a:t>
            </a:r>
            <a:r>
              <a:rPr lang="en-US" sz="1200" baseline="3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P̃ Ĝ</a:t>
            </a:r>
            <a:r>
              <a:rPr lang="en-US" sz="12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P̃, and is widened for the ridge bias.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Wald interval is computed</dc:title>
  <dc:subject>PptxGenJS Presentation</dc:subject>
  <dc:creator>VFL Scenario B project</dc:creator>
  <cp:lastModifiedBy>VFL Scenario B project</cp:lastModifiedBy>
  <cp:revision>1</cp:revision>
  <dcterms:created xsi:type="dcterms:W3CDTF">2026-10-21T20:12:14Z</dcterms:created>
  <dcterms:modified xsi:type="dcterms:W3CDTF">2026-10-21T20:12:14Z</dcterms:modified>
</cp:coreProperties>
</file>